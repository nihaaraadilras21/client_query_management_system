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Query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+ MySQL Application</a:t>
            </a:r>
          </a:p>
          <a:p>
            <a:r>
              <a:t>Project Presentation</a:t>
            </a:r>
          </a:p>
          <a:p/>
          <a:p>
            <a:r>
              <a:t>Author: Nihaaraa Dilras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Web-based system for managing client queries</a:t>
            </a:r>
          </a:p>
          <a:p>
            <a:r>
              <a:t>• Built using Streamlit frontend + MySQL backend</a:t>
            </a:r>
          </a:p>
          <a:p>
            <a:r>
              <a:t>• Provides complete workflow from query creation to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and manage clients</a:t>
            </a:r>
          </a:p>
          <a:p>
            <a:r>
              <a:t>• Add and manage services</a:t>
            </a:r>
          </a:p>
          <a:p>
            <a:r>
              <a:t>• Create, resolve, and delete client queries</a:t>
            </a:r>
          </a:p>
          <a:p>
            <a:r>
              <a:t>• Provide dashboards with real‑time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</a:t>
            </a:r>
          </a:p>
          <a:p>
            <a:r>
              <a:t>Backend: Python</a:t>
            </a:r>
          </a:p>
          <a:p>
            <a:r>
              <a:t>Database: MySQL</a:t>
            </a:r>
          </a:p>
          <a:p>
            <a:r>
              <a:t>Visualization: Plotly</a:t>
            </a:r>
          </a:p>
          <a:p>
            <a:r>
              <a:t>Structure: app.py + db.py + load_dataset.py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 Management</a:t>
            </a:r>
          </a:p>
          <a:p>
            <a:r>
              <a:t>• Service Management</a:t>
            </a:r>
          </a:p>
          <a:p>
            <a:r>
              <a:t>• Query Management</a:t>
            </a:r>
          </a:p>
          <a:p>
            <a:r>
              <a:t>• Resolve/Delete Queries</a:t>
            </a:r>
          </a:p>
          <a:p>
            <a:r>
              <a:t>• Analytics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</a:t>
            </a:r>
          </a:p>
          <a:p>
            <a:r>
              <a:t>• clients(client_id, name, email, phone)</a:t>
            </a:r>
          </a:p>
          <a:p>
            <a:r>
              <a:t>• services(service_id, name, description)</a:t>
            </a:r>
          </a:p>
          <a:p>
            <a:r>
              <a:t>• queries(query_id, client_id, service_id, text, status, created_at)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Analytics &amp;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KPIs: Total, Pending, Resolved, Closed</a:t>
            </a:r>
          </a:p>
          <a:p>
            <a:r>
              <a:t>• Pie chart: status distribution</a:t>
            </a:r>
          </a:p>
          <a:p>
            <a:r>
              <a:t>• Bar chart: queries per service</a:t>
            </a:r>
          </a:p>
          <a:p>
            <a:r>
              <a:t>• Line chart: daily trend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Synthetic dataset provided by mentor</a:t>
            </a:r>
          </a:p>
          <a:p>
            <a:r>
              <a:t>• 5,000+ sample queries</a:t>
            </a:r>
          </a:p>
          <a:p>
            <a:r>
              <a:t>• Loaded via load_dataset.py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Manually added clients and services</a:t>
            </a:r>
          </a:p>
          <a:p>
            <a:r>
              <a:t>• Submitted multiple queries</a:t>
            </a:r>
          </a:p>
          <a:p>
            <a:r>
              <a:t>• Verified resolving and deleting</a:t>
            </a:r>
          </a:p>
          <a:p>
            <a:r>
              <a:t>• Confirmed analytics charts update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Fully functional system</a:t>
            </a:r>
          </a:p>
          <a:p>
            <a:r>
              <a:t>• Clean and modular codebase</a:t>
            </a:r>
          </a:p>
          <a:p>
            <a:r>
              <a:t>• Internship-ready deliverable</a:t>
            </a:r>
          </a:p>
          <a:p>
            <a:r>
              <a:t>• Can be extended with authentication &amp;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